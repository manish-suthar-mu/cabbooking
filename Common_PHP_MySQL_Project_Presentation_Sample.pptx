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26519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5534987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5535775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088209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02791814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8357042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916174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59808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639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24440D-2ED2-CAC1-E06E-845190699DCF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3196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65219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17857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3FB24E-C8DC-A477-8B6C-17E3D3713E76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391678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785876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453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66EB4F-853C-936C-D970-C519A2BF8793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29898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722783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9870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1A281C-7850-FEEF-8AE1-6E9FB5B0B890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92273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305001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87046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00F6FB-251D-0E44-14BC-D8FB42BDB8C6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900736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56939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5698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4E1E97-7102-383D-DC37-6CEC1F7D24A6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562384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081717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5003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C2921C-1A2C-914A-8549-68A508061AF1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746586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282378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83343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9B1191-6483-E86C-E930-07A63EF30C21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53645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77998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5897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ABF1E8-DF2E-3C14-ACC7-4E68E6630A55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82801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21016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36271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A35E4E-0B27-6D08-11FD-07FF8AF7145E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50313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888088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3630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348A5F-9230-ED26-40B2-E39F5DAED331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176347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27802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6739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12B651-FA95-4B18-8A29-2443BE3F02D3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656408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10277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6688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BE4E68-36D1-DB44-619B-13E83387E100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185237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807118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800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E82812-39F0-12C2-3995-97078158F051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26290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359059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9354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49F82C-620D-8754-DE84-147AF0BE3619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284496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16881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1083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B90EB2-C95E-EA9F-3E8D-99628620E2D4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793184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2"/>
            <a:ext cx="9144000" cy="2387599"/>
          </a:xfrm>
        </p:spPr>
        <p:txBody>
          <a:bodyPr anchor="b"/>
          <a:lstStyle>
            <a:lvl1pPr algn="ctr">
              <a:defRPr sz="4500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86908601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3602037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/>
            </a:pPr>
            <a:r>
              <a:t>Click to edit Master subtitle style</a:t>
            </a:r>
          </a:p>
        </p:txBody>
      </p:sp>
      <p:sp>
        <p:nvSpPr>
          <p:cNvPr id="183204427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03-Aug-26</a:t>
            </a:fld>
            <a:endParaRPr/>
          </a:p>
        </p:txBody>
      </p:sp>
      <p:sp>
        <p:nvSpPr>
          <p:cNvPr id="5657457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912049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521242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2526435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21342087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03-Aug-26</a:t>
            </a:fld>
            <a:endParaRPr/>
          </a:p>
        </p:txBody>
      </p:sp>
      <p:sp>
        <p:nvSpPr>
          <p:cNvPr id="8836031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260381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980021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859296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85125381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03-Aug-26</a:t>
            </a:fld>
            <a:endParaRPr/>
          </a:p>
        </p:txBody>
      </p:sp>
      <p:sp>
        <p:nvSpPr>
          <p:cNvPr id="126201385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57421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7655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27144761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9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0154104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8148990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03-Aug-26</a:t>
            </a:fld>
            <a:endParaRPr/>
          </a:p>
        </p:txBody>
      </p:sp>
      <p:sp>
        <p:nvSpPr>
          <p:cNvPr id="110409062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73269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94284" name="Title 1"/>
          <p:cNvSpPr>
            <a:spLocks noGrp="1"/>
          </p:cNvSpPr>
          <p:nvPr>
            <p:ph type="title"/>
          </p:nvPr>
        </p:nvSpPr>
        <p:spPr bwMode="auto">
          <a:xfrm>
            <a:off x="839787" y="365125"/>
            <a:ext cx="10515600" cy="1325562"/>
          </a:xfrm>
        </p:spPr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74818231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9" y="1681162"/>
            <a:ext cx="5157786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77580655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9" y="2505074"/>
            <a:ext cx="5157786" cy="3684587"/>
          </a:xfrm>
        </p:spPr>
        <p:txBody>
          <a:bodyPr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99450492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7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32606918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7" cy="3684587"/>
          </a:xfrm>
        </p:spPr>
        <p:txBody>
          <a:bodyPr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79693756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03-Aug-26</a:t>
            </a:fld>
            <a:endParaRPr/>
          </a:p>
        </p:txBody>
      </p:sp>
      <p:sp>
        <p:nvSpPr>
          <p:cNvPr id="121292726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41142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06369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5131000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03-Aug-26</a:t>
            </a:fld>
            <a:endParaRPr/>
          </a:p>
        </p:txBody>
      </p:sp>
      <p:sp>
        <p:nvSpPr>
          <p:cNvPr id="65437363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039904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13974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03-Aug-26</a:t>
            </a:fld>
            <a:endParaRPr/>
          </a:p>
        </p:txBody>
      </p:sp>
      <p:sp>
        <p:nvSpPr>
          <p:cNvPr id="54663254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40665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876277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65410079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83898834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31046201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03-Aug-26</a:t>
            </a:fld>
            <a:endParaRPr/>
          </a:p>
        </p:txBody>
      </p:sp>
      <p:sp>
        <p:nvSpPr>
          <p:cNvPr id="132755722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481708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7315154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630289254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7" y="987425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>
              <a:defRPr/>
            </a:pPr>
            <a:r>
              <a:t>Click icon to add picture</a:t>
            </a:r>
          </a:p>
        </p:txBody>
      </p:sp>
      <p:sp>
        <p:nvSpPr>
          <p:cNvPr id="86288776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92808636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03-Aug-26</a:t>
            </a:fld>
            <a:endParaRPr/>
          </a:p>
        </p:txBody>
      </p:sp>
      <p:sp>
        <p:nvSpPr>
          <p:cNvPr id="111127606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521351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48229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66426849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005931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03-Aug-26</a:t>
            </a:fld>
            <a:endParaRPr/>
          </a:p>
        </p:txBody>
      </p:sp>
      <p:sp>
        <p:nvSpPr>
          <p:cNvPr id="154632135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34764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671392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2076899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9" y="365125"/>
            <a:ext cx="7734299" cy="5811838"/>
          </a:xfrm>
        </p:spPr>
        <p:txBody>
          <a:bodyPr vert="eaVert"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82807010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03-Aug-26</a:t>
            </a:fld>
            <a:endParaRPr/>
          </a:p>
        </p:txBody>
      </p:sp>
      <p:sp>
        <p:nvSpPr>
          <p:cNvPr id="17727569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5145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3346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9" y="365125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36697867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9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37518706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03-Aug-26</a:t>
            </a:fld>
            <a:endParaRPr/>
          </a:p>
        </p:txBody>
      </p:sp>
      <p:sp>
        <p:nvSpPr>
          <p:cNvPr id="203339059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5058951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>
        <a:lnSpc>
          <a:spcPct val="90000"/>
        </a:lnSpc>
        <a:spcBef>
          <a:spcPts val="0"/>
        </a:spcBef>
        <a:buNone/>
        <a:defRPr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>
        <a:lnSpc>
          <a:spcPct val="90000"/>
        </a:lnSpc>
        <a:spcBef>
          <a:spcPts val="749"/>
        </a:spcBef>
        <a:buFont typeface="Arial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354753" name="PlaceHolder 1"/>
          <p:cNvSpPr>
            <a:spLocks noGrp="1"/>
          </p:cNvSpPr>
          <p:nvPr>
            <p:ph type="title"/>
          </p:nvPr>
        </p:nvSpPr>
        <p:spPr bwMode="auto">
          <a:xfrm>
            <a:off x="914400" y="2130480"/>
            <a:ext cx="10134600" cy="236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br>
              <a:rPr lang="en-US" sz="1600" b="1" dirty="0">
                <a:solidFill>
                  <a:srgbClr val="212529"/>
                </a:solidFill>
                <a:latin typeface="Outfit"/>
              </a:rPr>
            </a:br>
            <a:r>
              <a:rPr lang="en-US" sz="6000" b="1" dirty="0">
                <a:solidFill>
                  <a:srgbClr val="00B0F0"/>
                </a:solidFill>
                <a:latin typeface="Outfit"/>
              </a:rPr>
              <a:t>Smart Cab</a:t>
            </a:r>
            <a:br>
              <a:rPr lang="en-US" sz="4400" b="0" i="0" dirty="0">
                <a:solidFill>
                  <a:srgbClr val="00B0F0"/>
                </a:solidFill>
                <a:effectLst/>
                <a:latin typeface="Inter"/>
              </a:rPr>
            </a:br>
            <a:r>
              <a:rPr lang="en-US" sz="3600" b="0" i="0" u="sng" dirty="0" err="1">
                <a:effectLst/>
                <a:latin typeface="Segoe WPC"/>
              </a:rPr>
              <a:t>Cab</a:t>
            </a:r>
            <a:r>
              <a:rPr lang="en-US" sz="3600" b="0" i="0" u="sng" dirty="0">
                <a:effectLst/>
                <a:latin typeface="Segoe WPC"/>
              </a:rPr>
              <a:t> Booking System</a:t>
            </a:r>
            <a:br>
              <a:rPr lang="en-US" sz="3600" dirty="0"/>
            </a:br>
            <a:endParaRPr lang="en-US" sz="3600" b="0" u="none" strike="noStrike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19807476" name="PlaceHolder 2"/>
          <p:cNvSpPr>
            <a:spLocks noGrp="1"/>
          </p:cNvSpPr>
          <p:nvPr>
            <p:ph type="subTitle"/>
          </p:nvPr>
        </p:nvSpPr>
        <p:spPr bwMode="auto">
          <a:xfrm>
            <a:off x="1828800" y="3886200"/>
            <a:ext cx="8533920" cy="175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  <a:defRPr/>
            </a:pPr>
            <a:r>
              <a:rPr lang="en-IN" sz="3200" b="0" u="none" strike="noStrike" dirty="0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</a:p>
        </p:txBody>
      </p:sp>
      <p:pic>
        <p:nvPicPr>
          <p:cNvPr id="717629701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7645396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971476" name="PlaceHolder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defTabSz="685800">
              <a:lnSpc>
                <a:spcPct val="90000"/>
              </a:lnSpc>
              <a:buNone/>
              <a:tabLst>
                <a:tab pos="0" algn="l"/>
              </a:tabLst>
              <a:defRPr/>
            </a:pPr>
            <a:br>
              <a:rPr lang="en" sz="3300" b="0" u="none" strike="noStrike" dirty="0">
                <a:solidFill>
                  <a:schemeClr val="dk1"/>
                </a:solidFill>
                <a:latin typeface="Aptos Display"/>
              </a:rPr>
            </a:br>
            <a:br>
              <a:rPr lang="en" sz="3300" b="0" u="none" strike="noStrike" dirty="0">
                <a:solidFill>
                  <a:schemeClr val="dk1"/>
                </a:solidFill>
                <a:latin typeface="Aptos Display"/>
              </a:rPr>
            </a:br>
            <a:r>
              <a:rPr lang="en" sz="4000" b="0" u="none" strike="noStrike" dirty="0">
                <a:solidFill>
                  <a:schemeClr val="dk1"/>
                </a:solidFill>
                <a:latin typeface="Aptos Display"/>
              </a:rPr>
              <a:t>Team Information</a:t>
            </a:r>
            <a:br>
              <a:rPr lang="en" sz="4000" b="0" u="none" strike="noStrike" dirty="0">
                <a:solidFill>
                  <a:schemeClr val="dk1"/>
                </a:solidFill>
                <a:latin typeface="Aptos Display"/>
              </a:rPr>
            </a:br>
            <a:br>
              <a:rPr lang="en" sz="4000" b="0" u="none" strike="noStrike" dirty="0">
                <a:solidFill>
                  <a:schemeClr val="dk1"/>
                </a:solidFill>
                <a:latin typeface="Aptos Display"/>
              </a:rPr>
            </a:br>
            <a:br>
              <a:rPr lang="en" sz="4000" b="0" u="none" strike="noStrike" dirty="0">
                <a:solidFill>
                  <a:schemeClr val="dk1"/>
                </a:solidFill>
                <a:latin typeface="Aptos Display"/>
              </a:rPr>
            </a:br>
            <a:endParaRPr lang="en-US" sz="4000" b="0" u="none" strike="noStrike" dirty="0">
              <a:solidFill>
                <a:schemeClr val="dk1"/>
              </a:solidFill>
              <a:latin typeface="Aptos"/>
            </a:endParaRPr>
          </a:p>
        </p:txBody>
      </p:sp>
      <p:sp>
        <p:nvSpPr>
          <p:cNvPr id="1597681275" name="PlaceHolder 2"/>
          <p:cNvSpPr>
            <a:spLocks noGrp="1"/>
          </p:cNvSpPr>
          <p:nvPr>
            <p:ph idx="1"/>
          </p:nvPr>
        </p:nvSpPr>
        <p:spPr bwMode="auto">
          <a:xfrm>
            <a:off x="820993" y="1981200"/>
            <a:ext cx="10515600" cy="435133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514350" indent="-342900">
              <a:lnSpc>
                <a:spcPct val="90000"/>
              </a:lnSpc>
              <a:spcBef>
                <a:spcPts val="1198"/>
              </a:spcBef>
              <a:spcAft>
                <a:spcPts val="1198"/>
              </a:spcAft>
              <a:buFont typeface="+mj-lt"/>
              <a:buAutoNum type="arabicPeriod"/>
              <a:tabLst>
                <a:tab pos="0" algn="l"/>
              </a:tabLst>
              <a:defRPr/>
            </a:pPr>
            <a:r>
              <a:rPr lang="en-US" sz="2800" dirty="0">
                <a:solidFill>
                  <a:schemeClr val="dk1"/>
                </a:solidFill>
                <a:latin typeface="Aptos"/>
              </a:rPr>
              <a:t>92400527361 – Manish Suthar</a:t>
            </a:r>
            <a:endParaRPr lang="en-US" sz="2800" b="0" u="none" strike="noStrike" dirty="0">
              <a:solidFill>
                <a:schemeClr val="dk1"/>
              </a:solidFill>
              <a:latin typeface="Aptos"/>
            </a:endParaRPr>
          </a:p>
        </p:txBody>
      </p:sp>
      <p:pic>
        <p:nvPicPr>
          <p:cNvPr id="1993348254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8" y="173073"/>
            <a:ext cx="2146298" cy="712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635799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2" y="259431"/>
            <a:ext cx="2323253" cy="5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732704" name="PlaceHolder 1"/>
          <p:cNvSpPr>
            <a:spLocks noGrp="1"/>
          </p:cNvSpPr>
          <p:nvPr>
            <p:ph type="title"/>
          </p:nvPr>
        </p:nvSpPr>
        <p:spPr bwMode="auto">
          <a:xfrm>
            <a:off x="609600" y="274680"/>
            <a:ext cx="10972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0" u="none" strike="noStrike" dirty="0">
                <a:solidFill>
                  <a:schemeClr val="dk1"/>
                </a:solidFill>
                <a:latin typeface="Calibri"/>
              </a:rPr>
              <a:t>Problem Statement</a:t>
            </a:r>
          </a:p>
        </p:txBody>
      </p:sp>
      <p:sp>
        <p:nvSpPr>
          <p:cNvPr id="252262133" name="PlaceHolder 2"/>
          <p:cNvSpPr>
            <a:spLocks noGrp="1"/>
          </p:cNvSpPr>
          <p:nvPr>
            <p:ph/>
          </p:nvPr>
        </p:nvSpPr>
        <p:spPr bwMode="auto">
          <a:xfrm>
            <a:off x="609600" y="1600200"/>
            <a:ext cx="109723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 dirty="0">
                <a:solidFill>
                  <a:schemeClr val="dk1"/>
                </a:solidFill>
                <a:latin typeface="Calibri"/>
              </a:rPr>
              <a:t>• Existing manual/system issues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 dirty="0">
                <a:solidFill>
                  <a:schemeClr val="dk1"/>
                </a:solidFill>
                <a:latin typeface="Calibri"/>
              </a:rPr>
              <a:t>• Need for automation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 dirty="0">
                <a:solidFill>
                  <a:schemeClr val="dk1"/>
                </a:solidFill>
                <a:latin typeface="Calibri"/>
              </a:rPr>
              <a:t>• Proposed PHP &amp; MySQL web solution</a:t>
            </a:r>
          </a:p>
        </p:txBody>
      </p:sp>
      <p:pic>
        <p:nvPicPr>
          <p:cNvPr id="1653424407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280208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6692865" name="PlaceHolder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defTabSz="685800">
              <a:lnSpc>
                <a:spcPct val="90000"/>
              </a:lnSpc>
              <a:buNone/>
              <a:tabLst>
                <a:tab pos="0" algn="l"/>
              </a:tabLst>
              <a:defRPr/>
            </a:pPr>
            <a:br>
              <a:rPr lang="en" sz="2600" b="0" u="none" strike="noStrike">
                <a:solidFill>
                  <a:schemeClr val="dk1"/>
                </a:solidFill>
                <a:latin typeface="Aptos Display"/>
              </a:rPr>
            </a:br>
            <a:r>
              <a:rPr lang="en" sz="2600" b="0" u="none" strike="noStrike">
                <a:solidFill>
                  <a:schemeClr val="dk1"/>
                </a:solidFill>
                <a:latin typeface="Aptos Display"/>
              </a:rPr>
              <a:t>Proposed Solution: Overview</a:t>
            </a:r>
            <a:endParaRPr lang="en-US" sz="26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402483604" name="PlaceHolder 2"/>
          <p:cNvSpPr>
            <a:spLocks noGrp="1"/>
          </p:cNvSpPr>
          <p:nvPr>
            <p:ph idx="1"/>
          </p:nvPr>
        </p:nvSpPr>
        <p:spPr bwMode="auto">
          <a:xfrm>
            <a:off x="1451579" y="2015731"/>
            <a:ext cx="9603274" cy="215129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57200" indent="-285750">
              <a:lnSpc>
                <a:spcPct val="90000"/>
              </a:lnSpc>
              <a:tabLst>
                <a:tab pos="0" algn="l"/>
              </a:tabLst>
              <a:defRPr/>
            </a:pPr>
            <a:r>
              <a:rPr lang="en" sz="1600" b="0" u="none" strike="noStrike">
                <a:solidFill>
                  <a:schemeClr val="dk1"/>
                </a:solidFill>
                <a:latin typeface="Aptos"/>
              </a:rPr>
              <a:t>Provide a high-level overview of the team’s solution</a:t>
            </a:r>
            <a:endParaRPr lang="en-US" sz="1600" b="0" u="none" strike="noStrike">
              <a:solidFill>
                <a:schemeClr val="dk1"/>
              </a:solidFill>
              <a:latin typeface="Aptos"/>
            </a:endParaRPr>
          </a:p>
          <a:p>
            <a:pPr marL="457200" indent="-285750">
              <a:lnSpc>
                <a:spcPct val="90000"/>
              </a:lnSpc>
              <a:spcBef>
                <a:spcPts val="1198"/>
              </a:spcBef>
              <a:tabLst>
                <a:tab pos="0" algn="l"/>
              </a:tabLst>
              <a:defRPr/>
            </a:pPr>
            <a:r>
              <a:rPr lang="en" sz="1600" b="0" u="none" strike="noStrike">
                <a:solidFill>
                  <a:schemeClr val="dk1"/>
                </a:solidFill>
                <a:latin typeface="Aptos"/>
              </a:rPr>
              <a:t>Explain the code concept or idea</a:t>
            </a:r>
            <a:endParaRPr lang="en-US" sz="1600" b="0" u="none" strike="noStrike">
              <a:solidFill>
                <a:schemeClr val="dk1"/>
              </a:solidFill>
              <a:latin typeface="Aptos"/>
            </a:endParaRPr>
          </a:p>
          <a:p>
            <a:pPr marL="457200" indent="-285750">
              <a:lnSpc>
                <a:spcPct val="90000"/>
              </a:lnSpc>
              <a:spcBef>
                <a:spcPts val="1198"/>
              </a:spcBef>
              <a:tabLst>
                <a:tab pos="0" algn="l"/>
              </a:tabLst>
              <a:defRPr/>
            </a:pPr>
            <a:r>
              <a:rPr lang="en" sz="1600" b="0" u="none" strike="noStrike">
                <a:solidFill>
                  <a:schemeClr val="dk1"/>
                </a:solidFill>
                <a:latin typeface="Aptos"/>
              </a:rPr>
              <a:t>Focus on the novelty and innovation of the approach</a:t>
            </a:r>
            <a:endParaRPr lang="en-US" sz="1600" b="0" u="none" strike="noStrike">
              <a:solidFill>
                <a:schemeClr val="dk1"/>
              </a:solidFill>
              <a:latin typeface="Aptos"/>
            </a:endParaRPr>
          </a:p>
          <a:p>
            <a:pPr marL="457200" indent="-285750">
              <a:lnSpc>
                <a:spcPct val="90000"/>
              </a:lnSpc>
              <a:spcBef>
                <a:spcPts val="1198"/>
              </a:spcBef>
              <a:spcAft>
                <a:spcPts val="1198"/>
              </a:spcAft>
              <a:tabLst>
                <a:tab pos="0" algn="l"/>
              </a:tabLst>
              <a:defRPr/>
            </a:pPr>
            <a:endParaRPr lang="en-US" sz="1600" b="0" u="none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1839009195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8" y="173073"/>
            <a:ext cx="2146298" cy="712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037503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2" y="259431"/>
            <a:ext cx="2323253" cy="5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504492" name="PlaceHolder 1"/>
          <p:cNvSpPr>
            <a:spLocks noGrp="1"/>
          </p:cNvSpPr>
          <p:nvPr>
            <p:ph type="title"/>
          </p:nvPr>
        </p:nvSpPr>
        <p:spPr bwMode="auto">
          <a:xfrm>
            <a:off x="609600" y="274680"/>
            <a:ext cx="10972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</a:rPr>
              <a:t>Objectives</a:t>
            </a:r>
          </a:p>
        </p:txBody>
      </p:sp>
      <p:sp>
        <p:nvSpPr>
          <p:cNvPr id="331225765" name="PlaceHolder 2"/>
          <p:cNvSpPr>
            <a:spLocks noGrp="1"/>
          </p:cNvSpPr>
          <p:nvPr>
            <p:ph/>
          </p:nvPr>
        </p:nvSpPr>
        <p:spPr bwMode="auto">
          <a:xfrm>
            <a:off x="609600" y="1600200"/>
            <a:ext cx="109723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• Automate processes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• Improve accuracy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• Secure login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• Reporting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• Better user experience</a:t>
            </a:r>
          </a:p>
        </p:txBody>
      </p:sp>
      <p:pic>
        <p:nvPicPr>
          <p:cNvPr id="1139825943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1176873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8843780" name="PlaceHolder 1"/>
          <p:cNvSpPr>
            <a:spLocks noGrp="1"/>
          </p:cNvSpPr>
          <p:nvPr>
            <p:ph type="title"/>
          </p:nvPr>
        </p:nvSpPr>
        <p:spPr bwMode="auto">
          <a:xfrm>
            <a:off x="609600" y="274680"/>
            <a:ext cx="10972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</a:rPr>
              <a:t>Server Requirements</a:t>
            </a:r>
          </a:p>
        </p:txBody>
      </p:sp>
      <p:sp>
        <p:nvSpPr>
          <p:cNvPr id="697369764" name="PlaceHolder 2"/>
          <p:cNvSpPr>
            <a:spLocks noGrp="1"/>
          </p:cNvSpPr>
          <p:nvPr>
            <p:ph/>
          </p:nvPr>
        </p:nvSpPr>
        <p:spPr bwMode="auto">
          <a:xfrm>
            <a:off x="609600" y="1600200"/>
            <a:ext cx="109723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0" indent="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None/>
              <a:defRPr/>
            </a:pPr>
            <a:endParaRPr lang="en-US" sz="2200" b="0" u="none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Software: PHP 8.x, MySQL, XAMPP, VS Code, Bootstrap, AdminLTE</a:t>
            </a:r>
          </a:p>
          <a:p>
            <a:pPr marL="343079" indent="-343079" algn="l" defTabSz="457200">
              <a:lnSpc>
                <a:spcPct val="100000"/>
              </a:lnSpc>
              <a:spcBef>
                <a:spcPts val="438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Github Commits so far</a:t>
            </a:r>
          </a:p>
          <a:p>
            <a:pPr marL="343079" indent="-343079" algn="l" defTabSz="457200">
              <a:lnSpc>
                <a:spcPct val="100000"/>
              </a:lnSpc>
              <a:spcBef>
                <a:spcPts val="438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Hosted on (Deployed On)</a:t>
            </a:r>
          </a:p>
        </p:txBody>
      </p:sp>
      <p:pic>
        <p:nvPicPr>
          <p:cNvPr id="1805609971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7053093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1792" name="PlaceHolder 1"/>
          <p:cNvSpPr>
            <a:spLocks noGrp="1"/>
          </p:cNvSpPr>
          <p:nvPr>
            <p:ph type="title"/>
          </p:nvPr>
        </p:nvSpPr>
        <p:spPr bwMode="auto">
          <a:xfrm>
            <a:off x="609600" y="274680"/>
            <a:ext cx="10972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</a:rPr>
              <a:t>Technology Stack</a:t>
            </a:r>
          </a:p>
        </p:txBody>
      </p:sp>
      <p:sp>
        <p:nvSpPr>
          <p:cNvPr id="109256966" name="PlaceHolder 2"/>
          <p:cNvSpPr>
            <a:spLocks noGrp="1"/>
          </p:cNvSpPr>
          <p:nvPr>
            <p:ph/>
          </p:nvPr>
        </p:nvSpPr>
        <p:spPr bwMode="auto">
          <a:xfrm>
            <a:off x="609600" y="1600200"/>
            <a:ext cx="109723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Frontend: HTML5, CSS3, Bootstrap, JS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Backend: PHP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Database: MySQL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Tools: phpMyAdmin, XAMPP</a:t>
            </a:r>
          </a:p>
        </p:txBody>
      </p:sp>
      <p:pic>
        <p:nvPicPr>
          <p:cNvPr id="302523940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6137829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28439" name="PlaceHolder 1"/>
          <p:cNvSpPr>
            <a:spLocks noGrp="1"/>
          </p:cNvSpPr>
          <p:nvPr>
            <p:ph type="title"/>
          </p:nvPr>
        </p:nvSpPr>
        <p:spPr bwMode="auto">
          <a:xfrm>
            <a:off x="609600" y="274680"/>
            <a:ext cx="10972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</a:rPr>
              <a:t>End User Interface</a:t>
            </a:r>
          </a:p>
        </p:txBody>
      </p:sp>
      <p:sp>
        <p:nvSpPr>
          <p:cNvPr id="1611917439" name="PlaceHolder 2"/>
          <p:cNvSpPr>
            <a:spLocks noGrp="1"/>
          </p:cNvSpPr>
          <p:nvPr>
            <p:ph/>
          </p:nvPr>
        </p:nvSpPr>
        <p:spPr bwMode="auto">
          <a:xfrm>
            <a:off x="609600" y="1600200"/>
            <a:ext cx="109723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• HTML5 Template Selection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• Bootstrap is used or any other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• Sample Screenshots</a:t>
            </a:r>
          </a:p>
        </p:txBody>
      </p:sp>
      <p:pic>
        <p:nvPicPr>
          <p:cNvPr id="1452522472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2435712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713858" name="PlaceHolder 1"/>
          <p:cNvSpPr>
            <a:spLocks noGrp="1"/>
          </p:cNvSpPr>
          <p:nvPr>
            <p:ph type="title"/>
          </p:nvPr>
        </p:nvSpPr>
        <p:spPr bwMode="auto">
          <a:xfrm>
            <a:off x="609600" y="274680"/>
            <a:ext cx="10972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</a:rPr>
              <a:t>Admin Dashboard</a:t>
            </a:r>
          </a:p>
        </p:txBody>
      </p:sp>
      <p:sp>
        <p:nvSpPr>
          <p:cNvPr id="56470971" name="PlaceHolder 2"/>
          <p:cNvSpPr>
            <a:spLocks noGrp="1"/>
          </p:cNvSpPr>
          <p:nvPr>
            <p:ph/>
          </p:nvPr>
        </p:nvSpPr>
        <p:spPr bwMode="auto">
          <a:xfrm>
            <a:off x="609600" y="1600200"/>
            <a:ext cx="109723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• AdminLTE Dashboard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• User Management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• Reports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• CRUD</a:t>
            </a:r>
          </a:p>
        </p:txBody>
      </p:sp>
      <p:pic>
        <p:nvPicPr>
          <p:cNvPr id="576862704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586309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2091652" name="PlaceHolder 1"/>
          <p:cNvSpPr>
            <a:spLocks noGrp="1"/>
          </p:cNvSpPr>
          <p:nvPr>
            <p:ph type="title"/>
          </p:nvPr>
        </p:nvSpPr>
        <p:spPr bwMode="auto">
          <a:xfrm>
            <a:off x="609600" y="274680"/>
            <a:ext cx="10972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</a:rPr>
              <a:t>Database Design</a:t>
            </a:r>
          </a:p>
        </p:txBody>
      </p:sp>
      <p:sp>
        <p:nvSpPr>
          <p:cNvPr id="1038672118" name="PlaceHolder 2"/>
          <p:cNvSpPr>
            <a:spLocks noGrp="1"/>
          </p:cNvSpPr>
          <p:nvPr>
            <p:ph/>
          </p:nvPr>
        </p:nvSpPr>
        <p:spPr bwMode="auto">
          <a:xfrm>
            <a:off x="609600" y="1600200"/>
            <a:ext cx="109723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• Tables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• Primary &amp; Foreign Keys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• Constraints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• Normalization</a:t>
            </a:r>
          </a:p>
        </p:txBody>
      </p:sp>
      <p:pic>
        <p:nvPicPr>
          <p:cNvPr id="1814012034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968392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722065" name="PlaceHolder 1"/>
          <p:cNvSpPr>
            <a:spLocks noGrp="1"/>
          </p:cNvSpPr>
          <p:nvPr>
            <p:ph type="title"/>
          </p:nvPr>
        </p:nvSpPr>
        <p:spPr bwMode="auto">
          <a:xfrm>
            <a:off x="609600" y="274680"/>
            <a:ext cx="10972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</a:rPr>
              <a:t>ER Diagram</a:t>
            </a:r>
          </a:p>
        </p:txBody>
      </p:sp>
      <p:sp>
        <p:nvSpPr>
          <p:cNvPr id="204290018" name="PlaceHolder 2"/>
          <p:cNvSpPr>
            <a:spLocks noGrp="1"/>
          </p:cNvSpPr>
          <p:nvPr>
            <p:ph/>
          </p:nvPr>
        </p:nvSpPr>
        <p:spPr bwMode="auto">
          <a:xfrm>
            <a:off x="609600" y="1600200"/>
            <a:ext cx="109723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Insert project-specific ER Diagram and explain entities &amp; relationships.</a:t>
            </a:r>
          </a:p>
        </p:txBody>
      </p:sp>
      <p:pic>
        <p:nvPicPr>
          <p:cNvPr id="85207930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4573032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607409" name="PlaceHolder 1"/>
          <p:cNvSpPr>
            <a:spLocks noGrp="1"/>
          </p:cNvSpPr>
          <p:nvPr>
            <p:ph type="title"/>
          </p:nvPr>
        </p:nvSpPr>
        <p:spPr bwMode="auto">
          <a:xfrm>
            <a:off x="609600" y="274680"/>
            <a:ext cx="10972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</a:rPr>
              <a:t>DFD / Gantt / PERT</a:t>
            </a:r>
          </a:p>
        </p:txBody>
      </p:sp>
      <p:sp>
        <p:nvSpPr>
          <p:cNvPr id="1143375655" name="PlaceHolder 2"/>
          <p:cNvSpPr>
            <a:spLocks noGrp="1"/>
          </p:cNvSpPr>
          <p:nvPr>
            <p:ph/>
          </p:nvPr>
        </p:nvSpPr>
        <p:spPr bwMode="auto">
          <a:xfrm>
            <a:off x="609600" y="1600200"/>
            <a:ext cx="109723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• Context Diagram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• Level-1 DFD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• Gantt Timeline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• PERT Dependencies</a:t>
            </a:r>
          </a:p>
        </p:txBody>
      </p:sp>
      <p:pic>
        <p:nvPicPr>
          <p:cNvPr id="1828115183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158431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472966" name="PlaceHolder 1"/>
          <p:cNvSpPr>
            <a:spLocks noGrp="1"/>
          </p:cNvSpPr>
          <p:nvPr>
            <p:ph type="title"/>
          </p:nvPr>
        </p:nvSpPr>
        <p:spPr bwMode="auto">
          <a:xfrm>
            <a:off x="609600" y="274680"/>
            <a:ext cx="10972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</a:rPr>
              <a:t>Modules &amp; Features</a:t>
            </a:r>
          </a:p>
        </p:txBody>
      </p:sp>
      <p:sp>
        <p:nvSpPr>
          <p:cNvPr id="1746407050" name="PlaceHolder 2"/>
          <p:cNvSpPr>
            <a:spLocks noGrp="1"/>
          </p:cNvSpPr>
          <p:nvPr>
            <p:ph/>
          </p:nvPr>
        </p:nvSpPr>
        <p:spPr bwMode="auto">
          <a:xfrm>
            <a:off x="609600" y="1600200"/>
            <a:ext cx="109723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• User Module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• Admin Module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• Authentication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• Search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• Reports</a:t>
            </a:r>
          </a:p>
        </p:txBody>
      </p:sp>
      <p:pic>
        <p:nvPicPr>
          <p:cNvPr id="1285538345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687488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015014" name="PlaceHolder 1"/>
          <p:cNvSpPr>
            <a:spLocks noGrp="1"/>
          </p:cNvSpPr>
          <p:nvPr>
            <p:ph type="title"/>
          </p:nvPr>
        </p:nvSpPr>
        <p:spPr bwMode="auto">
          <a:xfrm>
            <a:off x="609600" y="274680"/>
            <a:ext cx="10972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</a:rPr>
              <a:t>Challenges &amp; Learning</a:t>
            </a:r>
          </a:p>
        </p:txBody>
      </p:sp>
      <p:sp>
        <p:nvSpPr>
          <p:cNvPr id="781883548" name="PlaceHolder 2"/>
          <p:cNvSpPr>
            <a:spLocks noGrp="1"/>
          </p:cNvSpPr>
          <p:nvPr>
            <p:ph/>
          </p:nvPr>
        </p:nvSpPr>
        <p:spPr bwMode="auto">
          <a:xfrm>
            <a:off x="609600" y="1600200"/>
            <a:ext cx="109723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• Session handling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• Database design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• Responsive UI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• PHP &amp; MySQL skills</a:t>
            </a:r>
          </a:p>
        </p:txBody>
      </p:sp>
      <p:pic>
        <p:nvPicPr>
          <p:cNvPr id="2081269629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1050750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1014420" name="PlaceHolder 1"/>
          <p:cNvSpPr>
            <a:spLocks noGrp="1"/>
          </p:cNvSpPr>
          <p:nvPr>
            <p:ph type="title"/>
          </p:nvPr>
        </p:nvSpPr>
        <p:spPr bwMode="auto">
          <a:xfrm>
            <a:off x="609600" y="274680"/>
            <a:ext cx="10972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</a:rPr>
              <a:t>References</a:t>
            </a:r>
          </a:p>
        </p:txBody>
      </p:sp>
      <p:sp>
        <p:nvSpPr>
          <p:cNvPr id="115995845" name="PlaceHolder 2"/>
          <p:cNvSpPr>
            <a:spLocks noGrp="1"/>
          </p:cNvSpPr>
          <p:nvPr>
            <p:ph/>
          </p:nvPr>
        </p:nvSpPr>
        <p:spPr bwMode="auto">
          <a:xfrm>
            <a:off x="609600" y="1600200"/>
            <a:ext cx="109723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• PHP Documentation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• MySQL Documentation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• Bootstrap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• AdminLTE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• MDN Web Docs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• W3Schools</a:t>
            </a:r>
          </a:p>
        </p:txBody>
      </p:sp>
      <p:pic>
        <p:nvPicPr>
          <p:cNvPr id="767375963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7540094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9706577" name="PlaceHolder 1"/>
          <p:cNvSpPr>
            <a:spLocks noGrp="1"/>
          </p:cNvSpPr>
          <p:nvPr>
            <p:ph type="title"/>
          </p:nvPr>
        </p:nvSpPr>
        <p:spPr bwMode="auto">
          <a:xfrm>
            <a:off x="609600" y="274680"/>
            <a:ext cx="10972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</a:rPr>
              <a:t>Thank You</a:t>
            </a:r>
          </a:p>
        </p:txBody>
      </p:sp>
      <p:sp>
        <p:nvSpPr>
          <p:cNvPr id="1796802195" name="PlaceHolder 2"/>
          <p:cNvSpPr>
            <a:spLocks noGrp="1"/>
          </p:cNvSpPr>
          <p:nvPr>
            <p:ph/>
          </p:nvPr>
        </p:nvSpPr>
        <p:spPr bwMode="auto">
          <a:xfrm>
            <a:off x="609600" y="1600200"/>
            <a:ext cx="109723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Questions &amp; Answers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Live Demonstration</a:t>
            </a:r>
          </a:p>
        </p:txBody>
      </p:sp>
      <p:pic>
        <p:nvPicPr>
          <p:cNvPr id="2087666952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710934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277</Words>
  <Application>Microsoft Office PowerPoint</Application>
  <PresentationFormat>Widescreen</PresentationFormat>
  <Paragraphs>86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Inter</vt:lpstr>
      <vt:lpstr>Outfit</vt:lpstr>
      <vt:lpstr>Segoe WPC</vt:lpstr>
      <vt:lpstr>Blank</vt:lpstr>
      <vt:lpstr> Smart Cab Cab Booking System </vt:lpstr>
      <vt:lpstr>  Team Information   </vt:lpstr>
      <vt:lpstr>Problem Statement</vt:lpstr>
      <vt:lpstr> Proposed Solution: Overview</vt:lpstr>
      <vt:lpstr>Objectives</vt:lpstr>
      <vt:lpstr>Server Requirements</vt:lpstr>
      <vt:lpstr>Technology Stack</vt:lpstr>
      <vt:lpstr>End User Interface</vt:lpstr>
      <vt:lpstr>Admin Dashboard</vt:lpstr>
      <vt:lpstr>Database Design</vt:lpstr>
      <vt:lpstr>ER Diagram</vt:lpstr>
      <vt:lpstr>DFD / Gantt / PERT</vt:lpstr>
      <vt:lpstr>Modules &amp; Features</vt:lpstr>
      <vt:lpstr>Challenges &amp; Learning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>generated using python-pptx</dc:description>
  <cp:lastModifiedBy>manish suthar</cp:lastModifiedBy>
  <cp:revision>5</cp:revision>
  <dcterms:created xsi:type="dcterms:W3CDTF">2013-01-27T09:14:16Z</dcterms:created>
  <dcterms:modified xsi:type="dcterms:W3CDTF">2026-08-03T09:05:21Z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